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CB61E-91D7-421D-94D7-D45C695C2B26}" v="2" dt="2026-01-29T09:26:27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." userId="d8f3627a5b3cd2f3" providerId="LiveId" clId="{41FD427C-41EF-4983-A156-2805681391A4}"/>
    <pc:docChg chg="modSld">
      <pc:chgData name="Muskan ." userId="d8f3627a5b3cd2f3" providerId="LiveId" clId="{41FD427C-41EF-4983-A156-2805681391A4}" dt="2026-01-29T09:26:27.022" v="1" actId="20577"/>
      <pc:docMkLst>
        <pc:docMk/>
      </pc:docMkLst>
      <pc:sldChg chg="modSp mod">
        <pc:chgData name="Muskan ." userId="d8f3627a5b3cd2f3" providerId="LiveId" clId="{41FD427C-41EF-4983-A156-2805681391A4}" dt="2026-01-29T09:26:27.022" v="1" actId="20577"/>
        <pc:sldMkLst>
          <pc:docMk/>
          <pc:sldMk cId="295621377" sldId="267"/>
        </pc:sldMkLst>
        <pc:spChg chg="mod">
          <ac:chgData name="Muskan ." userId="d8f3627a5b3cd2f3" providerId="LiveId" clId="{41FD427C-41EF-4983-A156-2805681391A4}" dt="2026-01-29T09:26:27.022" v="1" actId="20577"/>
          <ac:spMkLst>
            <pc:docMk/>
            <pc:sldMk cId="295621377" sldId="267"/>
            <ac:spMk id="6" creationId="{AF523C2D-72FD-9616-D4DB-92DDD10CB60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skan200419/INTERNSHIP-TalentRecru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1289" y="2206239"/>
            <a:ext cx="5514300" cy="244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Ms. Battula Bhavya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70C0"/>
                </a:solidFill>
              </a:rPr>
              <a:t>Dr. Gopal Krishna Shyam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 AT TALENTRECRUIT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490742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MUSKAN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ISE 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29-01-2026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57369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8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C23148-55A8-9463-AB94-8ED139A9A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385"/>
            <a:ext cx="95182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 consists of 9 members, guided by our Reporting Manager,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 Ashish Meridatta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Currently, we are in the training phase on the company’s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(Applicant Tracking System) product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Understanding: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Workflow: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track candidates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manage candidate and job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&amp; Analytics: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recruitment performance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564" y="1699650"/>
            <a:ext cx="104394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was selected through my college campus placement process. Clearing the interview with the company’s </a:t>
            </a:r>
            <a:r>
              <a:rPr lang="en-US" altLang="en-US" sz="2000" dirty="0">
                <a:latin typeface="Arial" panose="020B0604020202020204" pitchFamily="34" charset="0"/>
              </a:rPr>
              <a:t>Director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B647B8-9C90-DF8E-070B-AF40CCA91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1938"/>
            <a:ext cx="88784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76027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23C2D-72FD-9616-D4DB-92DDD10CB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https://github.com/muskan200419/INTERNSHIP-TalentRecruit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7124</TotalTime>
  <Words>744</Words>
  <Application>Microsoft Office PowerPoint</Application>
  <PresentationFormat>Widescreen</PresentationFormat>
  <Paragraphs>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Muskan .</cp:lastModifiedBy>
  <cp:revision>718</cp:revision>
  <dcterms:created xsi:type="dcterms:W3CDTF">2022-10-14T07:18:17Z</dcterms:created>
  <dcterms:modified xsi:type="dcterms:W3CDTF">2026-01-29T09:26:35Z</dcterms:modified>
</cp:coreProperties>
</file>