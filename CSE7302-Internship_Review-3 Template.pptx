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  <dgm:t>
        <a:bodyPr/>
        <a:lstStyle/>
        <a:p>
          <a:endParaRPr lang="en-US"/>
        </a:p>
      </dgm:t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FCF47-32CA-4C44-9E3C-782007B7112E}" type="pres">
      <dgm:prSet presAssocID="{A59EC69B-8F3F-425B-819F-E8C557946AEE}" presName="ChildAccent3" presStyleCnt="0"/>
      <dgm:spPr/>
      <dgm:t>
        <a:bodyPr/>
        <a:lstStyle/>
        <a:p>
          <a:endParaRPr lang="en-US"/>
        </a:p>
      </dgm:t>
    </dgm:pt>
    <dgm:pt modelId="{2532504F-5FE1-4C97-B485-F05E8885EACC}" type="pres">
      <dgm:prSet presAssocID="{A59EC69B-8F3F-425B-819F-E8C557946AEE}" presName="ChildAccent" presStyleLbl="alignImgPlace1" presStyleIdx="2" presStyleCnt="5"/>
      <dgm:spPr/>
      <dgm:t>
        <a:bodyPr/>
        <a:lstStyle/>
        <a:p>
          <a:endParaRPr lang="en-US"/>
        </a:p>
      </dgm:t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269CE6-C767-48CC-AAFD-A238D1FFDABA}" type="pres">
      <dgm:prSet presAssocID="{7B3055AA-BF7C-46D0-9A9E-60087B9F57B4}" presName="ChildAccent2" presStyleCnt="0"/>
      <dgm:spPr/>
      <dgm:t>
        <a:bodyPr/>
        <a:lstStyle/>
        <a:p>
          <a:endParaRPr lang="en-US"/>
        </a:p>
      </dgm:t>
    </dgm:pt>
    <dgm:pt modelId="{06F8D57B-EDF4-4CF4-8700-DC2CA3E3028E}" type="pres">
      <dgm:prSet presAssocID="{7B3055AA-BF7C-46D0-9A9E-60087B9F57B4}" presName="ChildAccent" presStyleLbl="alignImgPlace1" presStyleIdx="3" presStyleCnt="5"/>
      <dgm:spPr/>
      <dgm:t>
        <a:bodyPr/>
        <a:lstStyle/>
        <a:p>
          <a:endParaRPr lang="en-US"/>
        </a:p>
      </dgm:t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05DF14-0FF5-45E4-8B19-015814092DBD}" type="pres">
      <dgm:prSet presAssocID="{988D96B0-D16E-4763-B393-84178CF4FF50}" presName="ChildAccent1" presStyleCnt="0"/>
      <dgm:spPr/>
      <dgm:t>
        <a:bodyPr/>
        <a:lstStyle/>
        <a:p>
          <a:endParaRPr lang="en-US"/>
        </a:p>
      </dgm:t>
    </dgm:pt>
    <dgm:pt modelId="{A134CDD1-D85F-44EF-8BEE-9F99A855C1E6}" type="pres">
      <dgm:prSet presAssocID="{988D96B0-D16E-4763-B393-84178CF4FF50}" presName="ChildAccent" presStyleLbl="alignImgPlace1" presStyleIdx="4" presStyleCnt="5"/>
      <dgm:spPr/>
      <dgm:t>
        <a:bodyPr/>
        <a:lstStyle/>
        <a:p>
          <a:endParaRPr lang="en-US"/>
        </a:p>
      </dgm:t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27/02/2026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Md Ziaur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INTERNSHIP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/ WORK ASSIGNED / DOMAIN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xmlns="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xmlns="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slide should include Overview of the company or organization, products and clients etc..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 is restricted to 3 slides.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domain/Technology during your Internship like Features, Importance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your team, working project and reporting to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Ex: challenges faced in searching Internship, cracking the interview, getting adjusted with the team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Ex: Purpose and usage of your work.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0070C0"/>
                </a:solidFill>
              </a:rPr>
              <a:t>Note: Write in the below table what u will be achieving in each review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7000</TotalTime>
  <Words>282</Words>
  <Application>Microsoft Office PowerPoint</Application>
  <PresentationFormat>Widescreen</PresentationFormat>
  <Paragraphs>78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Cambria</vt:lpstr>
      <vt:lpstr>Tahoma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 (At least 50%)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Dr. Mohammed Zia Ur Rahman</cp:lastModifiedBy>
  <cp:revision>720</cp:revision>
  <dcterms:created xsi:type="dcterms:W3CDTF">2022-10-14T07:18:17Z</dcterms:created>
  <dcterms:modified xsi:type="dcterms:W3CDTF">2026-02-27T06:32:26Z</dcterms:modified>
</cp:coreProperties>
</file>