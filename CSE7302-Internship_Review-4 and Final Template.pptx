
<file path=[Content_Types].xml><?xml version="1.0" encoding="utf-8"?>
<Types xmlns="http://schemas.openxmlformats.org/package/2006/content-types"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9" r:id="rId2"/>
    <p:sldId id="270" r:id="rId3"/>
    <p:sldId id="261" r:id="rId4"/>
    <p:sldId id="262" r:id="rId5"/>
    <p:sldId id="263" r:id="rId6"/>
    <p:sldId id="264" r:id="rId7"/>
    <p:sldId id="265" r:id="rId8"/>
    <p:sldId id="271" r:id="rId9"/>
    <p:sldId id="272" r:id="rId10"/>
    <p:sldId id="273" r:id="rId11"/>
    <p:sldId id="274" r:id="rId12"/>
    <p:sldId id="275" r:id="rId13"/>
    <p:sldId id="276" r:id="rId14"/>
    <p:sldId id="277" r:id="rId15"/>
    <p:sldId id="278" r:id="rId16"/>
    <p:sldId id="279" r:id="rId17"/>
    <p:sldId id="280" r:id="rId18"/>
    <p:sldId id="267" r:id="rId19"/>
    <p:sldId id="268" r:id="rId20"/>
    <p:sldId id="269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2BE31D-A805-4374-A802-C65F02E28BCD}" v="23" dt="2024-12-11T08:31:31.5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74" autoAdjust="0"/>
    <p:restoredTop sz="94660"/>
  </p:normalViewPr>
  <p:slideViewPr>
    <p:cSldViewPr snapToGrid="0">
      <p:cViewPr varScale="1">
        <p:scale>
          <a:sx n="74" d="100"/>
          <a:sy n="74" d="100"/>
        </p:scale>
        <p:origin x="6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8B91F7-0A31-4809-8E31-54F32ACD1E72}" type="datetimeFigureOut">
              <a:rPr lang="en-GB" smtClean="0"/>
              <a:t>31/03/2026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5A70FC-228F-4487-8E14-68CAD584041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6450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815565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456346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5FEB448-544F-1163-CF6D-D801EF6DAB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52240B45-37FF-28D2-69C1-D8842A0F2E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A61B0F3-96B9-62B2-E1C5-4D3D4823B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6083A-C1B7-4B46-82C5-289BB6E6D5A4}" type="datetime1">
              <a:rPr lang="en-IN" smtClean="0"/>
              <a:t>31-03-2026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5DB3F67-E836-5AA2-B32D-A0C3A9333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11EEA5E-DC19-ABCD-6267-C545BA777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9472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1050CDE-F21A-AC1C-7DD9-906370B0F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4139EE0-A89B-B238-94A4-DB32BBD14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6BAB674-71DE-8BA7-9D0E-C99F6B3C0F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009650" cy="365125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4BFFB7-4443-4602-A990-B076C1CFE86C}" type="datetime1">
              <a:rPr lang="en-IN" smtClean="0"/>
              <a:pPr/>
              <a:t>31-03-2026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B72554B-0ACB-E334-5BBE-7A83BFE37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3F062A5-E36B-5C05-6C36-F8372F2C1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0550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822CC90-B089-5E25-D480-B40D5123B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9E671185-327E-E435-EB8B-F143CAF78D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47ADDF86-F686-ACE8-6852-5CEADD9A2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E8F52-857A-4C89-954C-57943DB51290}" type="datetime1">
              <a:rPr lang="en-IN" smtClean="0"/>
              <a:t>31-03-2026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558F106-1FED-5AA1-CFDF-7FE210507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D45F0D7-F550-D351-1F6B-36B665CA0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5203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6698191-3055-3CE7-ABAB-BF5225568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B07F01E-C1BB-CFE3-1062-5A8CAD20F5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290F16ED-635D-3C12-AE3C-37A43EAF14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BA80B84D-A3CA-9B7E-B7BB-4C18C1812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D7B4D-DDD6-4CA2-87A0-9BDD5E5268EC}" type="datetime1">
              <a:rPr lang="en-IN" smtClean="0"/>
              <a:t>31-03-2026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05881B66-06CA-0AE9-B95B-21A45DC5B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F4B7665D-74F3-FC85-8C37-77F440223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9702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6F1306E-11E1-8AB1-AF32-6F074D3C8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E38E7AAE-4628-F916-89C8-10A970EC9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98D7C0B7-4F02-5995-1FB1-8FB2DD1259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4B504026-A61A-C06F-3EA6-94F595A473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4CFF7FD0-380B-75A4-D9B0-F7EBC341DD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C80AA233-A9EB-E98D-4DDF-BC4B72808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0D9E5-0635-43A8-8973-488E7408FAF7}" type="datetime1">
              <a:rPr lang="en-IN" smtClean="0"/>
              <a:t>31-03-2026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755E8074-1361-E322-F42C-F5D714099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56B9FECA-EE46-D87A-F259-E8022C362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3430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9DB92FB-DA41-9013-AE3A-5882CEEE8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9A2620A1-C0CA-1D0E-E85E-5C1326F8C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0CEA8-D591-4CC9-939A-A3BE6FD93E89}" type="datetime1">
              <a:rPr lang="en-IN" smtClean="0"/>
              <a:t>31-03-2026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763BD8B1-5363-075D-CDCC-8CAC0A6A7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46E4555F-1DC7-94CF-74D7-21521EE93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6821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7B497F04-5F5B-E4F7-0A48-A1FBAC01C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t>31-03-2026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3EDCC3BA-DF88-8CE4-AB31-983A3C796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2817982A-25A2-0FA2-0BC4-48C8775F8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3842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9217936-1384-3D53-34C7-E638688EF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4108029-8ADE-BDA5-4C8D-31C361556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6D6CB47A-C96A-8918-E1EB-9A8DBEC727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ED65CB0D-C5CF-96B6-5923-222D7E403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2A547-6E4B-4188-9BD5-035CB9C4BCC5}" type="datetime1">
              <a:rPr lang="en-IN" smtClean="0"/>
              <a:t>31-03-2026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C9A0E17E-D21B-9F95-DB42-019C9AB1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2431A4E0-3F3F-3857-C2B7-EEDD3DF99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3921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5BEDF05-F2AE-B072-8E2E-CB4CF5B08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B20EF8F1-DFA6-282F-E8CD-83826A12E4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85808D68-B430-9A5B-4A9B-8549EA20AC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A0002EBD-67C3-A4B8-A83C-896997C53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06E29-16A1-4AAE-B55B-4E3DB7265605}" type="datetime1">
              <a:rPr lang="en-IN" smtClean="0"/>
              <a:t>31-03-2026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92B00B68-5333-C602-6799-3D1B2E434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304925F4-1AF9-E8B5-0534-4714B5FAF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9996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89011F1-D172-AE20-8D21-0A938E210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EE8E52B7-EB5E-AF2A-3525-5B4BBFD15A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16D7DCF-1783-47F8-CDB8-8B7167ECD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26915-BE00-456E-A9CA-DB9FE1FD674A}" type="datetime1">
              <a:rPr lang="en-IN" smtClean="0"/>
              <a:t>31-03-2026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F46968A7-C083-F20B-0369-2067E75DE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255429C-96E8-1064-0F87-6D95D15F9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8761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86A47F57-697A-B97E-DD3A-2910D126C5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673F252A-D3F9-0BB4-D962-668169761B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1B93D65-8824-8EBE-4CB8-E4D7750FE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D233-408A-4415-B919-B7ECAA5043E2}" type="datetime1">
              <a:rPr lang="en-IN" smtClean="0"/>
              <a:t>31-03-2026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A1EA1BA-06A5-9F5B-136C-80EDFD72E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163C8CA-61F8-0704-0F6E-DDDD2B998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8782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6309843D-C7AC-7DCA-D2A1-30C29BBAB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662A0867-11DA-F019-8907-1B3D8BD7C7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500DD53F-CA45-CCAE-9ADB-5B0F61393A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C608B-7A9F-4336-97A2-89908E443DAD}" type="datetime1">
              <a:rPr lang="en-IN" smtClean="0"/>
              <a:t>31-03-2026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C91FF70-F320-3E09-D811-B610D38CEA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99947EA-7073-9466-0549-46E86F1C89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194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/>
        </p:nvSpPr>
        <p:spPr>
          <a:xfrm>
            <a:off x="6525369" y="2109718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Dr./Mr./Ms./Prof.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Professor / Associate Professor / Assistant Professor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School </a:t>
            </a: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of </a:t>
            </a:r>
            <a:r>
              <a:rPr lang="en-GB" sz="1700" b="1" i="0" u="none" strike="noStrike" cap="none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CSE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156411" y="4130278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i="0" u="none" strike="noStrike" cap="none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i="0" u="none" strike="noStrike" cap="none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Internship Coordinator: 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</a:t>
            </a:r>
            <a:r>
              <a:rPr lang="en-US" sz="20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School Internship Coordinator: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</a:t>
            </a:r>
            <a:r>
              <a:rPr lang="en-US" sz="2000" b="1" dirty="0" smtClean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r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. Md Ziaur </a:t>
            </a:r>
            <a:r>
              <a:rPr lang="en-US" sz="2000" b="1" dirty="0" smtClean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Rahman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</a:t>
            </a:r>
            <a:r>
              <a:rPr lang="en-US" sz="2000" b="1" dirty="0" smtClean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													</a:t>
            </a:r>
            <a:endParaRPr sz="20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38200" y="130629"/>
            <a:ext cx="10515600" cy="156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17365D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altLang="en-US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CSE7302 - INTERNSHIP</a:t>
            </a:r>
            <a:r>
              <a:rPr lang="en-IN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 smtClean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Review-4 </a:t>
            </a:r>
            <a:r>
              <a:rPr lang="en-US" sz="2400" dirty="0" smtClean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Presentation </a:t>
            </a:r>
            <a:br>
              <a:rPr lang="en-US" sz="2400" dirty="0" smtClean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r>
              <a:rPr lang="en-US" sz="2400" dirty="0" smtClean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TITLE OF THE INTERNSHIP / WORK ASSIGNED / DOMAIN</a:t>
            </a:r>
            <a:br>
              <a:rPr lang="en-US" sz="2400" dirty="0" smtClean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/>
          </p:nvPr>
        </p:nvGraphicFramePr>
        <p:xfrm>
          <a:off x="601909" y="1911875"/>
          <a:ext cx="5321552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70">
                  <a:extLst>
                    <a:ext uri="{9D8B030D-6E8A-4147-A177-3AD203B41FA5}">
                      <a16:colId xmlns="" xmlns:a16="http://schemas.microsoft.com/office/drawing/2014/main" val="2689928737"/>
                    </a:ext>
                  </a:extLst>
                </a:gridCol>
                <a:gridCol w="3950282">
                  <a:extLst>
                    <a:ext uri="{9D8B030D-6E8A-4147-A177-3AD203B41FA5}">
                      <a16:colId xmlns="" xmlns:a16="http://schemas.microsoft.com/office/drawing/2014/main" val="3965538731"/>
                    </a:ext>
                  </a:extLst>
                </a:gridCol>
              </a:tblGrid>
              <a:tr h="362263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Student Details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96510531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 smtClean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Name</a:t>
                      </a:r>
                      <a:endParaRPr lang="en-US" b="1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673540802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 smtClean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Roll No</a:t>
                      </a:r>
                      <a:endParaRPr lang="en-US" b="1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82550948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 smtClean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Section</a:t>
                      </a:r>
                      <a:endParaRPr lang="en-US" b="1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2782681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6724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 smtClean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704516" y="902370"/>
            <a:ext cx="10668000" cy="4377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</a:t>
            </a:r>
            <a:r>
              <a:rPr lang="en-US" sz="2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Organization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  <a:endParaRPr lang="en-US" sz="20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  <a:endParaRPr lang="en-US" sz="20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  <a:endParaRPr lang="en-US" sz="20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</a:t>
            </a:r>
            <a:r>
              <a:rPr lang="en-IN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System/Work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</a:t>
            </a:r>
            <a:r>
              <a:rPr lang="en-IN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Testing</a:t>
            </a:r>
            <a:endParaRPr lang="en-IN" sz="2000" b="1" dirty="0" smtClean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sz="2000" b="1" dirty="0" smtClean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</a:t>
            </a:r>
            <a:r>
              <a:rPr lang="en-IN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Link</a:t>
            </a:r>
            <a:endParaRPr lang="en-US" sz="20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2940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/>
          <a:lstStyle/>
          <a:p>
            <a:r>
              <a:rPr lang="en-US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  <a:endParaRPr lang="en-US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45031"/>
            <a:ext cx="10515600" cy="4193176"/>
          </a:xfrm>
        </p:spPr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Note: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This slide should include Overview of the company or organization, products and clients etc..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Content is restricted to 3 slides.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8138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Assigned domain/Technology during your Internship like Features, Importance etc.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58682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 of your team, working project and reporting to etc.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0696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Ex: challenges faced in searching Internship, cracking the interview, getting adjusted with the team etc.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06156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Ex: Purpose and usage of your work.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63347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2927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/ Work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52477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50598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8696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System/Work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46652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65432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</a:t>
            </a:r>
            <a:r>
              <a:rPr lang="en-IN" sz="3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02617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</a:t>
            </a:r>
            <a:r>
              <a:rPr lang="en-IN" sz="3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Testing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08051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72399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49398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  <a:endParaRPr lang="en-US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18</a:t>
            </a:fld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08" y="1061297"/>
            <a:ext cx="10515600" cy="4351338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621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  <a:solidFill>
            <a:schemeClr val="accent1">
              <a:lumMod val="50000"/>
            </a:schemeClr>
          </a:solidFill>
        </p:spPr>
        <p:txBody>
          <a:bodyPr/>
          <a:lstStyle/>
          <a:p>
            <a:pPr marL="0" indent="0" algn="ctr">
              <a:buNone/>
            </a:pPr>
            <a:endParaRPr lang="en-US" sz="6600" dirty="0" smtClean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6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dirty="0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dirty="0" smtClean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</a:p>
          <a:p>
            <a:pPr marL="0" indent="0" algn="ctr">
              <a:buNone/>
            </a:pP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19</a:t>
            </a:fld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7" descr="bd04924_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253" y="2150340"/>
            <a:ext cx="2841170" cy="3832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7546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47258"/>
            <a:ext cx="10515600" cy="1214846"/>
          </a:xfrm>
        </p:spPr>
        <p:txBody>
          <a:bodyPr/>
          <a:lstStyle/>
          <a:p>
            <a:pPr marL="0" indent="0" algn="ctr">
              <a:buNone/>
            </a:pPr>
            <a:r>
              <a:rPr lang="en-US" sz="6600" dirty="0" smtClean="0">
                <a:solidFill>
                  <a:srgbClr val="A711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!!</a:t>
            </a: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20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96605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7002</TotalTime>
  <Words>257</Words>
  <Application>Microsoft Office PowerPoint</Application>
  <PresentationFormat>Widescreen</PresentationFormat>
  <Paragraphs>78</Paragraphs>
  <Slides>20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Arial</vt:lpstr>
      <vt:lpstr>Calibri</vt:lpstr>
      <vt:lpstr>Calibri Light</vt:lpstr>
      <vt:lpstr>Cambria</vt:lpstr>
      <vt:lpstr>Tahoma</vt:lpstr>
      <vt:lpstr>Times New Roman</vt:lpstr>
      <vt:lpstr>Verdana</vt:lpstr>
      <vt:lpstr>Wingdings</vt:lpstr>
      <vt:lpstr>Office Theme</vt:lpstr>
      <vt:lpstr>PowerPoint Presentation</vt:lpstr>
      <vt:lpstr>Content</vt:lpstr>
      <vt:lpstr>About Company or Organization</vt:lpstr>
      <vt:lpstr>Working domain or the technology</vt:lpstr>
      <vt:lpstr>About your team and reporting Manager</vt:lpstr>
      <vt:lpstr>Challenges Faced in Internship</vt:lpstr>
      <vt:lpstr>Objectives of the work</vt:lpstr>
      <vt:lpstr>Literature Review</vt:lpstr>
      <vt:lpstr>Proposed System / Work</vt:lpstr>
      <vt:lpstr>Problem Statement</vt:lpstr>
      <vt:lpstr>System Requirements</vt:lpstr>
      <vt:lpstr>Advantages of Proposed System/Work</vt:lpstr>
      <vt:lpstr>System Design</vt:lpstr>
      <vt:lpstr>System Implementation</vt:lpstr>
      <vt:lpstr>System Testing</vt:lpstr>
      <vt:lpstr>Conclusion</vt:lpstr>
      <vt:lpstr>References</vt:lpstr>
      <vt:lpstr>Github Link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Gopalakrishnan N-Asst. Prof-CIV</dc:creator>
  <cp:lastModifiedBy>Dr. Mohammed Zia Ur Rahman</cp:lastModifiedBy>
  <cp:revision>721</cp:revision>
  <dcterms:created xsi:type="dcterms:W3CDTF">2022-10-14T07:18:17Z</dcterms:created>
  <dcterms:modified xsi:type="dcterms:W3CDTF">2026-03-31T03:45:02Z</dcterms:modified>
</cp:coreProperties>
</file>